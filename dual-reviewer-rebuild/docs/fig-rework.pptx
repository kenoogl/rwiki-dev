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>
        <p:scale>
          <a:sx n="111" d="100"/>
          <a:sy n="111" d="100"/>
        </p:scale>
        <p:origin x="-43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215724-8100-60B3-E188-2D18FAC52C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D11CE06-1F69-5A29-A814-C33CCF80D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6A7B79-F44C-B586-4714-91AD901F4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1227-FE1D-E04C-B027-5620D1380BD1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87A97D-C227-CBA6-9760-D167AD530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5D9E04-F4AD-D4B4-3FF0-F9446D843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89B1-6DC7-BA48-BECE-D387045AC2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6630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2DC8B4-1F77-6131-5AD3-3FD28A6A5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649149C-9D4C-1D0C-D2BC-E1DC71755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DC9DCB0-72A6-1673-F607-9214E46E0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1227-FE1D-E04C-B027-5620D1380BD1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1473B5-2A8B-4073-DA5F-8D7FF5720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BC89C6-FC9F-C462-152A-90D3A46E9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89B1-6DC7-BA48-BECE-D387045AC2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3879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E1DB00-5AF7-F3E0-7013-5061C8D03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8AF0C8D-34D8-82FB-C859-42DF447EF6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757E6E-E498-50C2-AAFD-72937167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1227-FE1D-E04C-B027-5620D1380BD1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B3AD6C-DA5B-AA12-835B-68AB1DC9F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6B4CA45-8486-84C3-7845-0DDBEEA19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89B1-6DC7-BA48-BECE-D387045AC2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1248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BC5C5F-2CBB-7785-B67B-94FAF2FFE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2723DF-02C2-A278-37A5-C1442508CC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67B66C5-DF54-17D4-AE1C-AE930EB25F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E621E0E-24BE-7C79-0CE3-9F369E8CF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1227-FE1D-E04C-B027-5620D1380BD1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434FD64-1F6C-ABEE-9BCF-46014091A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B25E4AB-87FB-BB81-5296-F19577C72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89B1-6DC7-BA48-BECE-D387045AC2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6724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164595-562A-2E11-67F8-6007E18FE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82C42B9-8943-5693-9F03-262CCF6AE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C2F0712-F700-6208-00C8-F5B8B26413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0C1B85D-D37A-2560-8E1E-CBF3F7349F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D68E3BF-240B-084B-E431-0CDA95640B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33369EA-4F72-C078-EF6A-58C183C21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1227-FE1D-E04C-B027-5620D1380BD1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9CEB667-20EF-BE5D-FD1C-D792148D2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55CB86F-7802-2F09-2CB2-F63211A21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89B1-6DC7-BA48-BECE-D387045AC2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4262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41202E-83A6-0764-BAE7-D0039BA94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A6548BD-C194-1150-A7EE-AB39F4A23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1227-FE1D-E04C-B027-5620D1380BD1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F0D7467-C192-10F9-DF86-BA2F6E779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9933524-6052-1D69-96ED-CED60CDC3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89B1-6DC7-BA48-BECE-D387045AC2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7839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78F9AA1-557B-597F-1534-9927ABB9D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1227-FE1D-E04C-B027-5620D1380BD1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8D41D42-7120-EFD1-320B-FFB6070E6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786E4F1-1895-CA1A-15D9-5566C09AD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89B1-6DC7-BA48-BECE-D387045AC2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2423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D25430-E606-7954-F018-81EC4470F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0FA7A5-1596-FDB9-4D0C-CF54C00FE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B48ED5D-1334-1B69-AE8C-4D7D4823DA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5FA0F9D-E0B7-2281-53B0-1F76FBE28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1227-FE1D-E04C-B027-5620D1380BD1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8A09AF-9799-AD2A-25C7-61F8782A7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F0E9797-B92C-74DB-846A-2D4FE92EC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89B1-6DC7-BA48-BECE-D387045AC2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1040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A95284-E508-D38C-45D9-240C4C65F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A61EE0F-5D73-D83A-FC8F-7A318084A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FCA0DE4-755A-6AA0-A706-1BF32BC46A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D2138DE-3F86-D1D3-A790-26FEFB57B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1227-FE1D-E04C-B027-5620D1380BD1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4E592BD-898A-347B-243B-B86380112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99C4394-DC5C-E291-323D-4B75D1AD8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89B1-6DC7-BA48-BECE-D387045AC2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213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F5F432-2E29-3937-60EE-3083E6B7E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D7C36EA-BE1D-02EA-E14B-B43EEA52FA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6C4CD4-2CBF-7C62-5258-337B9F401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1227-FE1D-E04C-B027-5620D1380BD1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B48CCA-C430-8A90-85D2-177A966BE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C6555C-F13F-7913-7B6C-938C13BFA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89B1-6DC7-BA48-BECE-D387045AC2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0251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41FA6C1-D5A5-6DF7-ED6C-F11544385D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867CA13-E76B-6CD7-5792-D0E7AC521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0B94C5-5145-7629-AE41-783AB8604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1227-FE1D-E04C-B027-5620D1380BD1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84DCE-362E-7A88-0CAA-8AD14F8B0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1253FA-5CF4-E47C-2B4D-712B0B1CD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89B1-6DC7-BA48-BECE-D387045AC2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4778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209AF1C-778F-F12F-1CA3-A4B3540C0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FE19457-D597-39EC-BB5D-2E1FFA128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898B41-1A6B-8B22-3B26-362A5F0677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B31227-FE1D-E04C-B027-5620D1380BD1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04B97A-2E0B-7504-05C1-1388B808CD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9F2A91-0D33-90FB-5164-BE7AD5FE6A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B589B1-6DC7-BA48-BECE-D387045AC2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0406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>
            <a:extLst>
              <a:ext uri="{FF2B5EF4-FFF2-40B4-BE49-F238E27FC236}">
                <a16:creationId xmlns:a16="http://schemas.microsoft.com/office/drawing/2014/main" id="{871A416B-6C8A-4689-1059-8C5D9704137E}"/>
              </a:ext>
            </a:extLst>
          </p:cNvPr>
          <p:cNvSpPr/>
          <p:nvPr/>
        </p:nvSpPr>
        <p:spPr>
          <a:xfrm>
            <a:off x="956930" y="2822944"/>
            <a:ext cx="1382232" cy="60605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Intent</a:t>
            </a:r>
            <a:endParaRPr kumimoji="1" lang="ja-JP" altLang="en-US" sz="200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BBCE01D5-825C-C58B-6A5A-02039FF49ED7}"/>
              </a:ext>
            </a:extLst>
          </p:cNvPr>
          <p:cNvSpPr/>
          <p:nvPr/>
        </p:nvSpPr>
        <p:spPr>
          <a:xfrm>
            <a:off x="2827373" y="2822944"/>
            <a:ext cx="1878419" cy="60605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Requirements</a:t>
            </a:r>
            <a:endParaRPr kumimoji="1" lang="ja-JP" altLang="en-US" sz="200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472B7801-B5E2-810B-8217-2D480B9A9F03}"/>
              </a:ext>
            </a:extLst>
          </p:cNvPr>
          <p:cNvSpPr/>
          <p:nvPr/>
        </p:nvSpPr>
        <p:spPr>
          <a:xfrm>
            <a:off x="5194004" y="2822944"/>
            <a:ext cx="1382232" cy="60605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Design</a:t>
            </a:r>
            <a:endParaRPr kumimoji="1" lang="ja-JP" altLang="en-US" sz="200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6D7743ED-52FE-DCD9-1A60-55DD84860AF9}"/>
              </a:ext>
            </a:extLst>
          </p:cNvPr>
          <p:cNvSpPr/>
          <p:nvPr/>
        </p:nvSpPr>
        <p:spPr>
          <a:xfrm>
            <a:off x="7064448" y="2822944"/>
            <a:ext cx="1382232" cy="60605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Tasks</a:t>
            </a:r>
            <a:endParaRPr kumimoji="1" lang="ja-JP" altLang="en-US" sz="200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A9C41661-EC6A-33C6-700F-2CF55BA63ECA}"/>
              </a:ext>
            </a:extLst>
          </p:cNvPr>
          <p:cNvSpPr/>
          <p:nvPr/>
        </p:nvSpPr>
        <p:spPr>
          <a:xfrm>
            <a:off x="8934891" y="2822944"/>
            <a:ext cx="2186763" cy="60605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Implementation / Conformance</a:t>
            </a:r>
            <a:endParaRPr kumimoji="1" lang="ja-JP" altLang="en-US" sz="200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2B8C67FB-40BD-D2E1-BF50-2156014EFF43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339162" y="3125972"/>
            <a:ext cx="488211" cy="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74282AC4-C394-5355-69B6-C05B79F7CD83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4705792" y="3125972"/>
            <a:ext cx="488212" cy="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61C4B490-C715-EE9A-3E40-DCEFFAAB54D6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576236" y="3125972"/>
            <a:ext cx="488212" cy="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C3A400FC-A20D-7469-2E28-1B415A69C576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8446680" y="3125972"/>
            <a:ext cx="488211" cy="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グラフィックス 20" descr="ユーザー 単色塗りつぶし">
            <a:extLst>
              <a:ext uri="{FF2B5EF4-FFF2-40B4-BE49-F238E27FC236}">
                <a16:creationId xmlns:a16="http://schemas.microsoft.com/office/drawing/2014/main" id="{B3B78525-0872-9C27-9870-8AF7FA1067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86534" y="4349654"/>
            <a:ext cx="914400" cy="914400"/>
          </a:xfrm>
          <a:prstGeom prst="rect">
            <a:avLst/>
          </a:prstGeom>
        </p:spPr>
      </p:pic>
      <p:sp>
        <p:nvSpPr>
          <p:cNvPr id="22" name="角丸四角形 21">
            <a:extLst>
              <a:ext uri="{FF2B5EF4-FFF2-40B4-BE49-F238E27FC236}">
                <a16:creationId xmlns:a16="http://schemas.microsoft.com/office/drawing/2014/main" id="{176F6B4E-D7D6-011E-BFC5-71CC86B7E279}"/>
              </a:ext>
            </a:extLst>
          </p:cNvPr>
          <p:cNvSpPr/>
          <p:nvPr/>
        </p:nvSpPr>
        <p:spPr>
          <a:xfrm>
            <a:off x="5970337" y="4503826"/>
            <a:ext cx="1382232" cy="60605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Leak</a:t>
            </a:r>
            <a:endParaRPr kumimoji="1" lang="ja-JP" altLang="en-US" sz="200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58E69297-DA09-73D9-35A6-694B503E4A72}"/>
              </a:ext>
            </a:extLst>
          </p:cNvPr>
          <p:cNvSpPr txBox="1"/>
          <p:nvPr/>
        </p:nvSpPr>
        <p:spPr>
          <a:xfrm>
            <a:off x="5125440" y="5246367"/>
            <a:ext cx="1596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dirty="0">
                <a:latin typeface="Calibri" panose="020F0502020204030204" pitchFamily="34" charset="0"/>
                <a:cs typeface="Calibri" panose="020F0502020204030204" pitchFamily="34" charset="0"/>
              </a:rPr>
              <a:t>Human Audit</a:t>
            </a:r>
            <a:endParaRPr kumimoji="1" lang="ja-JP" altLang="en-US" sz="20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カギ線コネクタ 24">
            <a:extLst>
              <a:ext uri="{FF2B5EF4-FFF2-40B4-BE49-F238E27FC236}">
                <a16:creationId xmlns:a16="http://schemas.microsoft.com/office/drawing/2014/main" id="{7DDDB211-2E8E-BF67-6C21-9FE44344998A}"/>
              </a:ext>
            </a:extLst>
          </p:cNvPr>
          <p:cNvCxnSpPr>
            <a:cxnSpLocks/>
            <a:stCxn id="22" idx="0"/>
            <a:endCxn id="7" idx="2"/>
          </p:cNvCxnSpPr>
          <p:nvPr/>
        </p:nvCxnSpPr>
        <p:spPr>
          <a:xfrm rot="5400000" flipH="1" flipV="1">
            <a:off x="6671095" y="3419358"/>
            <a:ext cx="1074826" cy="1094111"/>
          </a:xfrm>
          <a:prstGeom prst="bentConnector3">
            <a:avLst/>
          </a:prstGeom>
          <a:ln w="38100">
            <a:solidFill>
              <a:schemeClr val="bg2">
                <a:lumMod val="1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カギ線コネクタ 26">
            <a:extLst>
              <a:ext uri="{FF2B5EF4-FFF2-40B4-BE49-F238E27FC236}">
                <a16:creationId xmlns:a16="http://schemas.microsoft.com/office/drawing/2014/main" id="{B46C4734-9FA0-7810-8F17-23B04E9DAE33}"/>
              </a:ext>
            </a:extLst>
          </p:cNvPr>
          <p:cNvCxnSpPr>
            <a:cxnSpLocks/>
            <a:stCxn id="22" idx="3"/>
            <a:endCxn id="8" idx="2"/>
          </p:cNvCxnSpPr>
          <p:nvPr/>
        </p:nvCxnSpPr>
        <p:spPr>
          <a:xfrm flipV="1">
            <a:off x="7352569" y="3429000"/>
            <a:ext cx="2675704" cy="1377854"/>
          </a:xfrm>
          <a:prstGeom prst="bentConnector2">
            <a:avLst/>
          </a:prstGeom>
          <a:ln w="38100">
            <a:solidFill>
              <a:schemeClr val="bg2">
                <a:lumMod val="1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9D50ED4B-D8B5-A3E3-FEC9-22D5AFABEE0B}"/>
              </a:ext>
            </a:extLst>
          </p:cNvPr>
          <p:cNvSpPr txBox="1"/>
          <p:nvPr/>
        </p:nvSpPr>
        <p:spPr>
          <a:xfrm>
            <a:off x="8525536" y="4909826"/>
            <a:ext cx="4235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dirty="0">
                <a:latin typeface="Calibri" panose="020F0502020204030204" pitchFamily="34" charset="0"/>
                <a:cs typeface="Calibri" panose="020F0502020204030204" pitchFamily="34" charset="0"/>
              </a:rPr>
              <a:t>L1</a:t>
            </a:r>
            <a:endParaRPr kumimoji="1" lang="ja-JP" altLang="en-US" sz="20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8DE789CE-AC95-A36D-14EC-78919001152E}"/>
              </a:ext>
            </a:extLst>
          </p:cNvPr>
          <p:cNvSpPr txBox="1"/>
          <p:nvPr/>
        </p:nvSpPr>
        <p:spPr>
          <a:xfrm>
            <a:off x="7410274" y="4055176"/>
            <a:ext cx="4235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dirty="0">
                <a:latin typeface="Calibri" panose="020F0502020204030204" pitchFamily="34" charset="0"/>
                <a:cs typeface="Calibri" panose="020F0502020204030204" pitchFamily="34" charset="0"/>
              </a:rPr>
              <a:t>L2</a:t>
            </a:r>
            <a:endParaRPr kumimoji="1" lang="ja-JP" altLang="en-US" sz="20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3" name="カギ線コネクタ 32">
            <a:extLst>
              <a:ext uri="{FF2B5EF4-FFF2-40B4-BE49-F238E27FC236}">
                <a16:creationId xmlns:a16="http://schemas.microsoft.com/office/drawing/2014/main" id="{A78E78AF-7854-687C-3ACF-48E6659DA263}"/>
              </a:ext>
            </a:extLst>
          </p:cNvPr>
          <p:cNvCxnSpPr>
            <a:cxnSpLocks/>
            <a:stCxn id="8" idx="0"/>
            <a:endCxn id="6" idx="0"/>
          </p:cNvCxnSpPr>
          <p:nvPr/>
        </p:nvCxnSpPr>
        <p:spPr>
          <a:xfrm rot="16200000" flipV="1">
            <a:off x="7956697" y="751367"/>
            <a:ext cx="12700" cy="4143153"/>
          </a:xfrm>
          <a:prstGeom prst="bentConnector3">
            <a:avLst>
              <a:gd name="adj1" fmla="val 2437969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C61A9426-964D-9490-0BB8-257F9B7EDD87}"/>
              </a:ext>
            </a:extLst>
          </p:cNvPr>
          <p:cNvSpPr txBox="1"/>
          <p:nvPr/>
        </p:nvSpPr>
        <p:spPr>
          <a:xfrm>
            <a:off x="7724897" y="2073881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endParaRPr kumimoji="1" lang="ja-JP" altLang="en-US" sz="20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2" name="グラフィックス 41" descr="線矢印: 左回転 単色塗りつぶし">
            <a:extLst>
              <a:ext uri="{FF2B5EF4-FFF2-40B4-BE49-F238E27FC236}">
                <a16:creationId xmlns:a16="http://schemas.microsoft.com/office/drawing/2014/main" id="{C866146A-B5EB-7288-6A58-21250AE346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2116608" flipH="1">
            <a:off x="5477963" y="3355025"/>
            <a:ext cx="688927" cy="688927"/>
          </a:xfrm>
          <a:prstGeom prst="rect">
            <a:avLst/>
          </a:prstGeom>
        </p:spPr>
      </p:pic>
      <p:pic>
        <p:nvPicPr>
          <p:cNvPr id="45" name="グラフィックス 44" descr="線矢印: 左回転 単色塗りつぶし">
            <a:extLst>
              <a:ext uri="{FF2B5EF4-FFF2-40B4-BE49-F238E27FC236}">
                <a16:creationId xmlns:a16="http://schemas.microsoft.com/office/drawing/2014/main" id="{8C32D352-C284-3EBD-62DC-F411AE68B3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2116608" flipH="1">
            <a:off x="9235576" y="3387563"/>
            <a:ext cx="688927" cy="688927"/>
          </a:xfrm>
          <a:prstGeom prst="rect">
            <a:avLst/>
          </a:prstGeom>
        </p:spPr>
      </p:pic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218A5DD5-BB34-F1B2-A3FF-2DC7E78FA411}"/>
              </a:ext>
            </a:extLst>
          </p:cNvPr>
          <p:cNvSpPr txBox="1"/>
          <p:nvPr/>
        </p:nvSpPr>
        <p:spPr>
          <a:xfrm>
            <a:off x="5236130" y="3766358"/>
            <a:ext cx="4203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dirty="0">
                <a:latin typeface="Calibri" panose="020F0502020204030204" pitchFamily="34" charset="0"/>
                <a:cs typeface="Calibri" panose="020F0502020204030204" pitchFamily="34" charset="0"/>
              </a:rPr>
              <a:t>Br</a:t>
            </a:r>
            <a:endParaRPr kumimoji="1" lang="ja-JP" altLang="en-US" sz="20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E48D52A0-9393-A6D2-0DCA-F17F3D64C61E}"/>
              </a:ext>
            </a:extLst>
          </p:cNvPr>
          <p:cNvSpPr txBox="1"/>
          <p:nvPr/>
        </p:nvSpPr>
        <p:spPr>
          <a:xfrm>
            <a:off x="9104117" y="3828651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kumimoji="1" lang="ja-JP" altLang="en-US" sz="20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474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15</Words>
  <Application>Microsoft Macintosh PowerPoint</Application>
  <PresentationFormat>ワイド画面</PresentationFormat>
  <Paragraphs>12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Arial</vt:lpstr>
      <vt:lpstr>Calibri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ONO KENJI</dc:creator>
  <cp:lastModifiedBy>ONO KENJI</cp:lastModifiedBy>
  <cp:revision>1</cp:revision>
  <dcterms:created xsi:type="dcterms:W3CDTF">2026-05-20T02:27:03Z</dcterms:created>
  <dcterms:modified xsi:type="dcterms:W3CDTF">2026-05-20T02:40:32Z</dcterms:modified>
</cp:coreProperties>
</file>